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57" r:id="rId4"/>
    <p:sldId id="262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770F03-F32E-40DB-8E64-1CA38264AECA}" v="141" dt="2022-06-21T13:48:29.380"/>
    <p1510:client id="{80E4DB84-1F51-4902-A86B-5CC128C29A6C}" v="1076" dt="2022-06-14T09:17:36.9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RELATIONAL EFFECTIVENESS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CHECKPOINT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29806-4612-A6E4-D907-2D57354CAC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Situation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3DB50-9327-A68A-1ED4-33020E2E4D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>
                <a:cs typeface="Calibri"/>
              </a:rPr>
              <a:t>During a work meeting, your colleague Taha called you incompetent in front of your team. You felt humiliated.</a:t>
            </a:r>
            <a:endParaRPr lang="en-US">
              <a:ea typeface="+mn-lt"/>
              <a:cs typeface="+mn-lt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8352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1417E-9D84-90D4-89C6-CCA576120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89" y="230189"/>
            <a:ext cx="12122941" cy="635158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What would you do in this situation? 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I would wait till the meeting is over before I confront her so that the main purpose of the meeting will still be accomplished.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Write the dialogue between you and your colleague.</a:t>
            </a:r>
            <a:endParaRPr lang="en-US" dirty="0">
              <a:cs typeface="Calibri"/>
            </a:endParaRPr>
          </a:p>
          <a:p>
            <a:pPr marL="457200" indent="-457200">
              <a:buFont typeface="Wingdings" panose="020B0604020202020204" pitchFamily="34" charset="0"/>
              <a:buChar char="q"/>
            </a:pPr>
            <a:r>
              <a:rPr lang="en-US" dirty="0">
                <a:cs typeface="Calibri"/>
              </a:rPr>
              <a:t>Me: Hello Taha, how is your day going</a:t>
            </a:r>
            <a:endParaRPr lang="en-US" b="1" dirty="0">
              <a:cs typeface="Calibri"/>
            </a:endParaRPr>
          </a:p>
          <a:p>
            <a:pPr marL="0" indent="0">
              <a:buNone/>
            </a:pPr>
            <a:r>
              <a:rPr lang="en-US" dirty="0">
                <a:cs typeface="Calibri"/>
              </a:rPr>
              <a:t>…..</a:t>
            </a:r>
          </a:p>
          <a:p>
            <a:pPr marL="457200" indent="-457200">
              <a:buFont typeface="Wingdings" panose="020B0604020202020204" pitchFamily="34" charset="0"/>
              <a:buChar char="q"/>
            </a:pPr>
            <a:r>
              <a:rPr lang="en-US" dirty="0">
                <a:cs typeface="Calibri"/>
              </a:rPr>
              <a:t>Me: During the meeting, you insulted me by calling me incompetent in front of my team. </a:t>
            </a:r>
            <a:r>
              <a:rPr lang="en-US" dirty="0">
                <a:ea typeface="+mn-lt"/>
                <a:cs typeface="+mn-lt"/>
              </a:rPr>
              <a:t> I feel humiliated because you did </a:t>
            </a:r>
            <a:r>
              <a:rPr lang="en-US" dirty="0">
                <a:cs typeface="Calibri"/>
              </a:rPr>
              <a:t>this.</a:t>
            </a:r>
            <a:endParaRPr lang="en-US">
              <a:cs typeface="Calibri"/>
            </a:endParaRPr>
          </a:p>
          <a:p>
            <a:pPr marL="457200" indent="-457200">
              <a:buFont typeface="Wingdings" panose="020B0604020202020204" pitchFamily="34" charset="0"/>
              <a:buChar char="q"/>
            </a:pPr>
            <a:r>
              <a:rPr lang="en-US" dirty="0">
                <a:ea typeface="+mn-lt"/>
                <a:cs typeface="+mn-lt"/>
              </a:rPr>
              <a:t>I would appreciate it if you confronted me privately and I’ll make sure I try to be more competent and efficient in my work</a:t>
            </a:r>
            <a:endParaRPr lang="en-US" dirty="0">
              <a:cs typeface="Calibri"/>
            </a:endParaRPr>
          </a:p>
          <a:p>
            <a:pPr marL="0" indent="0">
              <a:buNone/>
            </a:pPr>
            <a:r>
              <a:rPr lang="en-US" dirty="0">
                <a:cs typeface="Calibri"/>
              </a:rPr>
              <a:t>…..</a:t>
            </a:r>
          </a:p>
          <a:p>
            <a:pPr marL="457200" indent="-457200">
              <a:buFont typeface="Wingdings" panose="020B0604020202020204" pitchFamily="34" charset="0"/>
              <a:buChar char="q"/>
            </a:pPr>
            <a:r>
              <a:rPr lang="en-US" dirty="0">
                <a:cs typeface="Calibri"/>
              </a:rPr>
              <a:t>Me: I hope we both understand our different perspectives and adhere to this solution so as to bring about </a:t>
            </a:r>
            <a:r>
              <a:rPr lang="en-US" dirty="0">
                <a:ea typeface="+mn-lt"/>
                <a:cs typeface="+mn-lt"/>
              </a:rPr>
              <a:t> fruitful and respectful exchange.</a:t>
            </a: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3680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FFB0F-C0FF-CFD4-1CE5-CD73CD6C62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Situation 2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EA815-D24C-BFCF-343D-EE46382B50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dirty="0">
                <a:cs typeface="Calibri"/>
              </a:rPr>
              <a:t>Your colleague Emna is busy at work and cannot complete her tasks. She insists very much that you do one of her work tasks. It’s 5:00 and you want to go home. It’s been a very long and painful day. You’re tired. You can’t help her.</a:t>
            </a:r>
            <a:endParaRPr lang="en-US">
              <a:ea typeface="+mn-lt"/>
              <a:cs typeface="+mn-lt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48650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1417E-9D84-90D4-89C6-CCA576120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89" y="230189"/>
            <a:ext cx="12122941" cy="6542087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What would you do in this situation? 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I would politely decline her request for help.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Write the dialogue between you and your colleague.</a:t>
            </a:r>
            <a:endParaRPr lang="en-US">
              <a:cs typeface="Calibri"/>
            </a:endParaRPr>
          </a:p>
          <a:p>
            <a:pPr marL="0" indent="0">
              <a:buNone/>
            </a:pPr>
            <a:endParaRPr lang="en-US" b="1" dirty="0">
              <a:cs typeface="Calibri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dirty="0">
                <a:cs typeface="Calibri"/>
              </a:rPr>
              <a:t>Emna:</a:t>
            </a:r>
            <a:r>
              <a:rPr lang="en-US" b="1" dirty="0">
                <a:cs typeface="Calibri"/>
              </a:rPr>
              <a:t> </a:t>
            </a:r>
            <a:r>
              <a:rPr lang="en-US" dirty="0">
                <a:cs typeface="Calibri"/>
              </a:rPr>
              <a:t>Good evening Mr. Samuel. Can you help me with one of my tasks, I am quite busy</a:t>
            </a: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457200" indent="-457200">
              <a:buFont typeface="Wingdings" panose="020B0604020202020204" pitchFamily="34" charset="0"/>
              <a:buChar char="q"/>
            </a:pPr>
            <a:r>
              <a:rPr lang="en-US" b="1" dirty="0">
                <a:cs typeface="Calibri"/>
              </a:rPr>
              <a:t>Me:</a:t>
            </a:r>
            <a:r>
              <a:rPr lang="en-US" dirty="0">
                <a:cs typeface="Calibri"/>
              </a:rPr>
              <a:t> Good evening Emna, </a:t>
            </a:r>
            <a:r>
              <a:rPr lang="en-US" dirty="0">
                <a:ea typeface="+mn-lt"/>
                <a:cs typeface="+mn-lt"/>
              </a:rPr>
              <a:t>I understand you and I would love to help you out but I simply cannot because I'm </a:t>
            </a:r>
            <a:r>
              <a:rPr lang="en-US" dirty="0">
                <a:cs typeface="Calibri"/>
              </a:rPr>
              <a:t>quite stressed from today's work. Moreover, It's getting late and I have to get home.</a:t>
            </a:r>
            <a:endParaRPr lang="en-US" b="1" dirty="0">
              <a:cs typeface="Calibri"/>
            </a:endParaRPr>
          </a:p>
          <a:p>
            <a:pPr marL="457200" indent="-457200">
              <a:buFont typeface="Wingdings" panose="020B0604020202020204" pitchFamily="34" charset="0"/>
              <a:buChar char="q"/>
            </a:pPr>
            <a:r>
              <a:rPr lang="en-US" b="1" dirty="0">
                <a:ea typeface="+mn-lt"/>
                <a:cs typeface="+mn-lt"/>
              </a:rPr>
              <a:t>Me: </a:t>
            </a:r>
            <a:r>
              <a:rPr lang="en-US" dirty="0">
                <a:ea typeface="+mn-lt"/>
                <a:cs typeface="+mn-lt"/>
              </a:rPr>
              <a:t>I cannot do this task right now, but I can fix a suitable time for me to offer some help.</a:t>
            </a: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457200" indent="-457200">
              <a:buFont typeface="Wingdings" panose="020B0604020202020204" pitchFamily="34" charset="0"/>
              <a:buChar char="q"/>
            </a:pPr>
            <a:r>
              <a:rPr lang="en-US" b="1" dirty="0">
                <a:cs typeface="Calibri"/>
              </a:rPr>
              <a:t>Me</a:t>
            </a:r>
            <a:r>
              <a:rPr lang="en-US" dirty="0">
                <a:cs typeface="Calibri"/>
              </a:rPr>
              <a:t>: Thank you for your understanding.</a:t>
            </a:r>
          </a:p>
          <a:p>
            <a:pPr marL="457200" indent="-457200">
              <a:buFont typeface="Wingdings" panose="020B0604020202020204" pitchFamily="34" charset="0"/>
              <a:buChar char="q"/>
            </a:pPr>
            <a:endParaRPr lang="en-US" dirty="0">
              <a:cs typeface="Calibri"/>
            </a:endParaRPr>
          </a:p>
          <a:p>
            <a:pPr marL="457200" indent="-457200">
              <a:buFont typeface="Wingdings" panose="020B0604020202020204" pitchFamily="34" charset="0"/>
              <a:buChar char="q"/>
            </a:pPr>
            <a:r>
              <a:rPr lang="en-US" dirty="0">
                <a:cs typeface="Calibri"/>
              </a:rPr>
              <a:t>Emna: You're welcome.</a:t>
            </a:r>
          </a:p>
          <a:p>
            <a:pPr marL="457200" indent="-457200">
              <a:buFont typeface="Wingdings" panose="020B0604020202020204" pitchFamily="34" charset="0"/>
              <a:buChar char="q"/>
            </a:pPr>
            <a:endParaRPr lang="en-US" dirty="0">
              <a:cs typeface="Calibri"/>
            </a:endParaRPr>
          </a:p>
          <a:p>
            <a:pPr marL="457200" indent="-457200">
              <a:buFont typeface="Wingdings" panose="020B0604020202020204" pitchFamily="34" charset="0"/>
              <a:buChar char="q"/>
            </a:pPr>
            <a:r>
              <a:rPr lang="en-US" b="1" dirty="0">
                <a:cs typeface="Calibri"/>
              </a:rPr>
              <a:t>Me:</a:t>
            </a:r>
            <a:r>
              <a:rPr lang="en-US" dirty="0">
                <a:cs typeface="Calibri"/>
              </a:rPr>
              <a:t> Have a nice day Emna !</a:t>
            </a: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3784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RELATIONAL EFFECTIVENESS</vt:lpstr>
      <vt:lpstr>Situation 1</vt:lpstr>
      <vt:lpstr>PowerPoint Presentation</vt:lpstr>
      <vt:lpstr>Situation 2 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225</cp:revision>
  <dcterms:created xsi:type="dcterms:W3CDTF">2022-06-14T08:55:06Z</dcterms:created>
  <dcterms:modified xsi:type="dcterms:W3CDTF">2022-06-21T13:48:33Z</dcterms:modified>
</cp:coreProperties>
</file>