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57" r:id="rId4"/>
    <p:sldId id="262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E4DB84-1F51-4902-A86B-5CC128C29A6C}" v="1076" dt="2022-06-14T09:17:36.9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cs typeface="Calibri Light"/>
              </a:rPr>
              <a:t>RELATIONAL EFFECTIVENESS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CHECKPOINT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29806-4612-A6E4-D907-2D57354CAC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cs typeface="Calibri Light"/>
              </a:rPr>
              <a:t>Situation 1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3DB50-9327-A68A-1ED4-33020E2E4D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en-US">
                <a:cs typeface="Calibri"/>
              </a:rPr>
              <a:t>During a work meeting, your colleague Taha called you incompetent in front of your team. You felt humiliated.</a:t>
            </a:r>
            <a:endParaRPr lang="en-US">
              <a:ea typeface="+mn-lt"/>
              <a:cs typeface="+mn-lt"/>
            </a:endParaRPr>
          </a:p>
          <a:p>
            <a:endParaRPr lang="en-US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183528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1417E-9D84-90D4-89C6-CCA576120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89" y="230189"/>
            <a:ext cx="12122941" cy="6351588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>
                <a:ea typeface="+mn-lt"/>
                <a:cs typeface="+mn-lt"/>
              </a:rPr>
              <a:t>What would you do in this situation? </a:t>
            </a:r>
            <a:endParaRPr lang="en-US">
              <a:ea typeface="+mn-lt"/>
              <a:cs typeface="+mn-lt"/>
            </a:endParaRPr>
          </a:p>
          <a:p>
            <a:pPr marL="0" indent="0">
              <a:buNone/>
            </a:pPr>
            <a:endParaRPr lang="en-US" b="1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I would wait till the meeting is over before I confront her so that the main purpose of the meeting will still be accomplished.</a:t>
            </a:r>
          </a:p>
          <a:p>
            <a:pPr marL="0" indent="0">
              <a:buNone/>
            </a:pP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b="1" dirty="0">
                <a:ea typeface="+mn-lt"/>
                <a:cs typeface="+mn-lt"/>
              </a:rPr>
              <a:t>Write the dialogue between you and your colleague.</a:t>
            </a:r>
            <a:endParaRPr lang="en-US" dirty="0">
              <a:cs typeface="Calibri"/>
            </a:endParaRPr>
          </a:p>
          <a:p>
            <a:pPr marL="457200" indent="-457200">
              <a:buFont typeface="Wingdings" panose="020B0604020202020204" pitchFamily="34" charset="0"/>
              <a:buChar char="q"/>
            </a:pPr>
            <a:r>
              <a:rPr lang="en-US" dirty="0">
                <a:cs typeface="Calibri"/>
              </a:rPr>
              <a:t>Me: Hello Taha, how is your day going</a:t>
            </a:r>
            <a:endParaRPr lang="en-US" b="1" dirty="0">
              <a:cs typeface="Calibri"/>
            </a:endParaRPr>
          </a:p>
          <a:p>
            <a:pPr marL="0" indent="0">
              <a:buNone/>
            </a:pPr>
            <a:r>
              <a:rPr lang="en-US" dirty="0">
                <a:cs typeface="Calibri"/>
              </a:rPr>
              <a:t>…..</a:t>
            </a:r>
          </a:p>
          <a:p>
            <a:pPr marL="457200" indent="-457200">
              <a:buFont typeface="Wingdings" panose="020B0604020202020204" pitchFamily="34" charset="0"/>
              <a:buChar char="q"/>
            </a:pPr>
            <a:r>
              <a:rPr lang="en-US" dirty="0">
                <a:cs typeface="Calibri"/>
              </a:rPr>
              <a:t>Me: During the meeting, you insulted me by calling me incompetent in front of my team. It was humiliating, so I want to know your reasons for calling me incompetent and if there is anything I am doing that is not up to standard or expectations.</a:t>
            </a:r>
          </a:p>
          <a:p>
            <a:pPr marL="0" indent="0">
              <a:buNone/>
            </a:pPr>
            <a:r>
              <a:rPr lang="en-US" dirty="0">
                <a:cs typeface="Calibri"/>
              </a:rPr>
              <a:t>…..</a:t>
            </a:r>
          </a:p>
          <a:p>
            <a:pPr marL="457200" indent="-457200">
              <a:buFont typeface="Wingdings" panose="020B0604020202020204" pitchFamily="34" charset="0"/>
              <a:buChar char="q"/>
            </a:pPr>
            <a:r>
              <a:rPr lang="en-US" dirty="0">
                <a:cs typeface="Calibri"/>
              </a:rPr>
              <a:t>Me: Thank you. But please next time, I would advise you not to do that during a meeting. You could privately give me such feedback or confrontation. Because apart from humiliating the person, You are also giving a bad image about yourself and your lack of etiquette during a meeting</a:t>
            </a:r>
          </a:p>
          <a:p>
            <a:pPr marL="0" indent="0">
              <a:buNone/>
            </a:pPr>
            <a:endParaRPr lang="en-US" dirty="0">
              <a:cs typeface="Calibri"/>
            </a:endParaRPr>
          </a:p>
          <a:p>
            <a:endParaRPr lang="en-US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53680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FFB0F-C0FF-CFD4-1CE5-CD73CD6C62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cs typeface="Calibri Light"/>
              </a:rPr>
              <a:t>Situation 2 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EA815-D24C-BFCF-343D-EE46382B503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en-US" dirty="0">
                <a:cs typeface="Calibri"/>
              </a:rPr>
              <a:t>Your colleague Emna is busy at work and cannot complete her tasks. She insists very much that you do one of her work tasks. It’s 5:00 and you want to go home. It’s been a very long and painful day. You’re tired. You can’t help her.</a:t>
            </a:r>
            <a:endParaRPr lang="en-US">
              <a:ea typeface="+mn-lt"/>
              <a:cs typeface="+mn-lt"/>
            </a:endParaRPr>
          </a:p>
          <a:p>
            <a:endParaRPr lang="en-US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486504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1417E-9D84-90D4-89C6-CCA576120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89" y="230189"/>
            <a:ext cx="12122941" cy="6542087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>
                <a:ea typeface="+mn-lt"/>
                <a:cs typeface="+mn-lt"/>
              </a:rPr>
              <a:t>What would you do in this situation? </a:t>
            </a:r>
            <a:endParaRPr lang="en-US">
              <a:ea typeface="+mn-lt"/>
              <a:cs typeface="+mn-lt"/>
            </a:endParaRPr>
          </a:p>
          <a:p>
            <a:pPr marL="0" indent="0">
              <a:buNone/>
            </a:pPr>
            <a:endParaRPr lang="en-US" b="1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I would politely decline her request for help.</a:t>
            </a:r>
          </a:p>
          <a:p>
            <a:pPr marL="0" indent="0">
              <a:buNone/>
            </a:pP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b="1" dirty="0">
                <a:ea typeface="+mn-lt"/>
                <a:cs typeface="+mn-lt"/>
              </a:rPr>
              <a:t>Write the dialogue between you and your colleague.</a:t>
            </a:r>
            <a:endParaRPr lang="en-US">
              <a:cs typeface="Calibri"/>
            </a:endParaRPr>
          </a:p>
          <a:p>
            <a:pPr marL="0" indent="0">
              <a:buNone/>
            </a:pPr>
            <a:endParaRPr lang="en-US" b="1" dirty="0">
              <a:cs typeface="Calibri"/>
            </a:endParaRPr>
          </a:p>
          <a:p>
            <a:pPr>
              <a:buFont typeface="Wingdings" panose="020B0604020202020204" pitchFamily="34" charset="0"/>
              <a:buChar char="q"/>
            </a:pPr>
            <a:r>
              <a:rPr lang="en-US" dirty="0">
                <a:cs typeface="Calibri"/>
              </a:rPr>
              <a:t>Emna:</a:t>
            </a:r>
            <a:r>
              <a:rPr lang="en-US" b="1" dirty="0">
                <a:cs typeface="Calibri"/>
              </a:rPr>
              <a:t> </a:t>
            </a:r>
            <a:r>
              <a:rPr lang="en-US" dirty="0">
                <a:cs typeface="Calibri"/>
              </a:rPr>
              <a:t>Good evening Mr. Samuel. Can you help me with one of my tasks, I am quite busy</a:t>
            </a:r>
          </a:p>
          <a:p>
            <a:pPr marL="0" indent="0">
              <a:buNone/>
            </a:pPr>
            <a:endParaRPr lang="en-US" dirty="0">
              <a:cs typeface="Calibri"/>
            </a:endParaRPr>
          </a:p>
          <a:p>
            <a:pPr marL="457200" indent="-457200">
              <a:buFont typeface="Wingdings" panose="020B0604020202020204" pitchFamily="34" charset="0"/>
              <a:buChar char="q"/>
            </a:pPr>
            <a:r>
              <a:rPr lang="en-US" dirty="0">
                <a:cs typeface="Calibri"/>
              </a:rPr>
              <a:t>Me: Good evening Emna, </a:t>
            </a:r>
            <a:r>
              <a:rPr lang="en-US" dirty="0">
                <a:ea typeface="+mn-lt"/>
                <a:cs typeface="+mn-lt"/>
              </a:rPr>
              <a:t>I would have loved to help but my</a:t>
            </a:r>
            <a:r>
              <a:rPr lang="en-US" dirty="0">
                <a:cs typeface="Calibri"/>
              </a:rPr>
              <a:t> day has been long and stressful and filled with so much work. Moreover, It's getting late and I have to get home.</a:t>
            </a:r>
            <a:endParaRPr lang="en-US" b="1" dirty="0">
              <a:cs typeface="Calibri"/>
            </a:endParaRPr>
          </a:p>
          <a:p>
            <a:pPr marL="0" indent="0">
              <a:buNone/>
            </a:pPr>
            <a:endParaRPr lang="en-US" dirty="0">
              <a:cs typeface="Calibri"/>
            </a:endParaRPr>
          </a:p>
          <a:p>
            <a:pPr marL="457200" indent="-457200">
              <a:buFont typeface="Wingdings" panose="020B0604020202020204" pitchFamily="34" charset="0"/>
              <a:buChar char="q"/>
            </a:pPr>
            <a:r>
              <a:rPr lang="en-US" dirty="0">
                <a:cs typeface="Calibri"/>
              </a:rPr>
              <a:t>Me: I hope you understand my POV in this situation.</a:t>
            </a:r>
          </a:p>
          <a:p>
            <a:pPr marL="457200" indent="-457200">
              <a:buFont typeface="Wingdings" panose="020B0604020202020204" pitchFamily="34" charset="0"/>
              <a:buChar char="q"/>
            </a:pPr>
            <a:endParaRPr lang="en-US" dirty="0">
              <a:cs typeface="Calibri"/>
            </a:endParaRPr>
          </a:p>
          <a:p>
            <a:pPr marL="457200" indent="-457200">
              <a:buFont typeface="Wingdings" panose="020B0604020202020204" pitchFamily="34" charset="0"/>
              <a:buChar char="q"/>
            </a:pPr>
            <a:r>
              <a:rPr lang="en-US" dirty="0">
                <a:cs typeface="Calibri"/>
              </a:rPr>
              <a:t>Emna: Yes I do, Thank you.</a:t>
            </a:r>
          </a:p>
          <a:p>
            <a:pPr marL="457200" indent="-457200">
              <a:buFont typeface="Wingdings" panose="020B0604020202020204" pitchFamily="34" charset="0"/>
              <a:buChar char="q"/>
            </a:pPr>
            <a:endParaRPr lang="en-US" dirty="0">
              <a:cs typeface="Calibri"/>
            </a:endParaRPr>
          </a:p>
          <a:p>
            <a:pPr marL="457200" indent="-457200">
              <a:buFont typeface="Wingdings" panose="020B0604020202020204" pitchFamily="34" charset="0"/>
              <a:buChar char="q"/>
            </a:pPr>
            <a:r>
              <a:rPr lang="en-US" dirty="0">
                <a:cs typeface="Calibri"/>
              </a:rPr>
              <a:t>Me: </a:t>
            </a:r>
            <a:r>
              <a:rPr lang="en-US" dirty="0" err="1">
                <a:cs typeface="Calibri"/>
              </a:rPr>
              <a:t>Your'e</a:t>
            </a:r>
            <a:r>
              <a:rPr lang="en-US" dirty="0">
                <a:cs typeface="Calibri"/>
              </a:rPr>
              <a:t> welcome. Have a nice day!</a:t>
            </a:r>
          </a:p>
          <a:p>
            <a:pPr marL="0" indent="0">
              <a:buNone/>
            </a:pPr>
            <a:endParaRPr lang="en-US" dirty="0">
              <a:cs typeface="Calibri"/>
            </a:endParaRPr>
          </a:p>
          <a:p>
            <a:pPr marL="0" indent="0">
              <a:buNone/>
            </a:pPr>
            <a:endParaRPr lang="en-US" dirty="0">
              <a:cs typeface="Calibri"/>
            </a:endParaRPr>
          </a:p>
          <a:p>
            <a:endParaRPr lang="en-US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43784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office theme</vt:lpstr>
      <vt:lpstr>RELATIONAL EFFECTIVENESS</vt:lpstr>
      <vt:lpstr>Situation 1</vt:lpstr>
      <vt:lpstr>PowerPoint Presentation</vt:lpstr>
      <vt:lpstr>Situation 2 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161</cp:revision>
  <dcterms:created xsi:type="dcterms:W3CDTF">2022-06-14T08:55:06Z</dcterms:created>
  <dcterms:modified xsi:type="dcterms:W3CDTF">2022-06-14T09:17:53Z</dcterms:modified>
</cp:coreProperties>
</file>